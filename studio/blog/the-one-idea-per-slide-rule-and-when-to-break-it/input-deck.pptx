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slide needs two headlines, it's two slides. Here's why one idea per slide is the most useful rule in presentation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typical crowded slide. A vague headline, and four separate ideas fighting for attention. Split it, and each point gets its own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audience knows where to look. What they see stays in step with what they hear. And in a video, every new idea means a fresh picture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a default, not a law. Break it for comparisons, summaries, reference slides and process diagrams, where seeing several things together is the whole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Builds let a fuller slide show several items without overwhelming anyone. Each point arrives as you talk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deck built on one idea per slide is already most of the way to a good video. On Pro, a.i. directs it, giving every idea its own animated scene, timed to the narration. Try it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One idea per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>
            <a:r>
              <a:t>A presentation design rule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Q3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Revenue up on last quarter</a:t>
            </a:r>
          </a:p>
          <a:p>
            <a:r>
              <a:t>Two new enterprise customers signed</a:t>
            </a:r>
          </a:p>
          <a:p>
            <a:r>
              <a:t>Churn rose in the small-business segment</a:t>
            </a:r>
          </a:p>
          <a:p>
            <a:r>
              <a:t>Hiring two more account managers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Why the rule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The audience knows where to look</a:t>
            </a:r>
          </a:p>
          <a:p>
            <a:r>
              <a:t>What they see matches what they hear</a:t>
            </a:r>
          </a:p>
          <a:p>
            <a:r>
              <a:t>It works better as video</a:t>
            </a:r>
          </a:p>
          <a:p>
            <a:r>
              <a:t>Easier to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When to break the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Comparisons</a:t>
            </a:r>
          </a:p>
          <a:p>
            <a:r>
              <a:t>Summaries and agendas</a:t>
            </a:r>
          </a:p>
          <a:p>
            <a:r>
              <a:t>Reference slides</a:t>
            </a:r>
          </a:p>
          <a:p>
            <a:r>
              <a:t>Process diagrams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Reveal one point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Builds show several items</a:t>
            </a:r>
          </a:p>
          <a:p>
            <a:r>
              <a:t>Reveal each as you talk about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From tidy slides to a clear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On Pro, a.i. directs the video</a:t>
            </a:r>
          </a:p>
          <a:p>
            <a:r>
              <a:t>powerpoint2vid.com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