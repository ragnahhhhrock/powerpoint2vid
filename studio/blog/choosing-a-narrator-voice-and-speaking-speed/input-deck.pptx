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voice is the first thing viewers judge in a narrated video. Here's how to choose a narrator voice and speed that let your content do the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judge a voice on its sample sentence. Paste in a real paragraph with the hard bits, then pick the voice that's easiest to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Speed matters as much as the voice. Too slow feels patronising, too fast loses people. If captions flick past, slow down; if you want to skip, speed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synthetic narrator reads exactly what you write. So 'Q3 rev. up 8%' becomes 'Revenue in the third quarter rose eight per cent.'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slide stays up as long as its narration lasts. For quiet slides or silent loops, set a minimum time per slide so nothing flashes past.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Pro, a.i. directs the video, timing each animated scene to your narration. Try Basic first, then hear your deck at powerpoint2vid.com.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Choosing a Narrator Voice and Speed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Test voices with your own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Match the voice to the audience</a:t>
            </a:r>
          </a:p>
          <a:p>
            <a:r>
              <a:t>Pick a familiar accent where you can</a:t>
            </a:r>
          </a:p>
          <a:p>
            <a:r>
              <a:t>Check names, numbers and acronyms</a:t>
            </a:r>
          </a:p>
          <a:p>
            <a:r>
              <a:t>Compare two or three, not twenty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Set the speed for the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Dense material: a little slower than default</a:t>
            </a:r>
          </a:p>
          <a:p>
            <a:r>
              <a:t>Policy and instructions: default or slightly slower</a:t>
            </a:r>
          </a:p>
          <a:p>
            <a:r>
              <a:t>Product overviews: default</a:t>
            </a:r>
          </a:p>
          <a:p>
            <a:r>
              <a:t>Social clips: default or slightly faster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Write for the voice, not the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Short sentences</a:t>
            </a:r>
          </a:p>
          <a:p>
            <a:r>
              <a:t>Spoken numbers</a:t>
            </a:r>
          </a:p>
          <a:p>
            <a:r>
              <a:t>Spell out abbreviations</a:t>
            </a:r>
          </a:p>
          <a:p>
            <a:r>
              <a:t>Full stops for pauses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Timing follows the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Each slide lasts as long as its narration</a:t>
            </a:r>
          </a:p>
          <a:p>
            <a:r>
              <a:t>Set a minimum time per slide</a:t>
            </a:r>
          </a:p>
          <a:p>
            <a:r>
              <a:t>No narration option for silent loops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Hear your own deck read aloud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Speaker notes become the narration</a:t>
            </a:r>
          </a:p>
          <a:p>
            <a:r>
              <a:t>Choose a voice and speaking speed</a:t>
            </a:r>
          </a:p>
          <a:p>
            <a:r>
              <a:t>Basic: narration, captions, transitions</a:t>
            </a:r>
          </a:p>
          <a:p>
            <a:r>
              <a:t>Pro: a.i. directs the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