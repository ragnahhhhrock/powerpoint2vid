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 been asked what an explainer video actually is? It's a short video that explains one thing clearly. Here's the plain-English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explainer answers one question and moves from problem to answer. Narration explains while visuals show. The goal is understanding, not advertising.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 and live action take serious effort. Narrated slides do the same job, and many organisations already explain their biggest ideas in decks.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reliable shape is situation, problem, answer, proof, next step. Keep words and pictures matched, so when you say order page, viewers see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extra minute should earn its place. Add captions and readable text, so people watching with the sound off can still follow along.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speaker notes become the narration. On Pro, a.i. directs the video, so a plain deck lands like a produced explainer. Try Basic first at powerpoint2vid.com.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0"/>
            <a:ext cx="10362940" cy="0"/>
          </a:xfrm>
        </p:spPr>
        <p:txBody>
          <a:bodyPr/>
          <a:lstStyle/>
          <a:p>
            <a:r>
              <a:t>What Is an Explainer Video?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0"/>
            <a:ext cx="8534186" cy="0"/>
          </a:xfrm>
        </p:spPr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Three features make an explainer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One subject</a:t>
            </a:r>
          </a:p>
          <a:p>
            <a:r>
              <a:t>A clear structure</a:t>
            </a:r>
          </a:p>
          <a:p>
            <a:r>
              <a:t>Words and pictures together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Narrated slides are the shortest route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Animated illustration: high effort</a:t>
            </a:r>
          </a:p>
          <a:p>
            <a:r>
              <a:t>Live action: high effort</a:t>
            </a:r>
          </a:p>
          <a:p>
            <a:r>
              <a:t>Narrated slides: low effort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Follow a simple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Situation, problem, answer, proof, next step</a:t>
            </a:r>
          </a:p>
          <a:p>
            <a:r>
              <a:t>"Start a return from your order page."</a:t>
            </a:r>
          </a:p>
          <a:p>
            <a:r>
              <a:t>Words and pictures match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Keep it short and accessible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Can't sum it up in one sentence? Split it</a:t>
            </a:r>
          </a:p>
          <a:p>
            <a:r>
              <a:t>Captions for sound-off viewers</a:t>
            </a:r>
          </a:p>
          <a:p>
            <a:r>
              <a:t>Good contrast and readable 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Turn your deck into an explainer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Trim to one question</a:t>
            </a:r>
          </a:p>
          <a:p>
            <a:r>
              <a:t>One idea per slide</a:t>
            </a:r>
          </a:p>
          <a:p>
            <a:r>
              <a:t>Narration in the speaker notes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