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slide deck already explains something well. Here's how to make it work without you in the room, by turning it into a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deck on its own relies on a presenter. A video carries the slides and the explanation, and anyone can watch whenever suits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export from PowerPoint, record your screen, or use a dedicated converter that builds the video from your notes. Each one has its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Tidy the deck first. Keep one idea per slide, make each headline the point, and move detail into the speaker notes, where it becomes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speaker notes are your script. Write them as spoken sentences, not reminders. They run longer, but they're much easier to follow by 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your deck and pick a voice. Try Basic first. On Pro, a.i. directs it into an explainer with animated scenes and a tighter story. Visit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How to Convert PowerPoint to Video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A video explains itself and travels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It explains itself</a:t>
            </a:r>
          </a:p>
          <a:p>
            <a:r>
              <a:t>People watch when it suits them</a:t>
            </a:r>
          </a:p>
          <a:p>
            <a:r>
              <a:t>Everyone hears the same message</a:t>
            </a:r>
          </a:p>
          <a:p>
            <a:r>
              <a:t>It's easy to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Three ways to convert your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PowerPoint's own video export</a:t>
            </a:r>
          </a:p>
          <a:p>
            <a:r>
              <a:t>Screen recording</a:t>
            </a:r>
          </a:p>
          <a:p>
            <a:r>
              <a:t>A dedicated converter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Get the deck ready for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One idea per slide</a:t>
            </a:r>
          </a:p>
          <a:p>
            <a:r>
              <a:t>Make the headline the point</a:t>
            </a:r>
          </a:p>
          <a:p>
            <a:r>
              <a:t>Body text 24pt or more</a:t>
            </a:r>
          </a:p>
          <a:p>
            <a:r>
              <a:t>16:9 layout with good contrast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speaker notes for the 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Before: "Day 1 - laptop, accts (email, HRIS), buddy intro."</a:t>
            </a:r>
          </a:p>
          <a:p>
            <a:r>
              <a:t>After: "On your first day, three things happen."</a:t>
            </a:r>
          </a:p>
          <a:p>
            <a:r>
              <a:t>Short sentences, spoken 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Ordinary deck in, explainer video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Upload your .pptx</a:t>
            </a:r>
          </a:p>
          <a:p>
            <a:r>
              <a:t>Pick a voice and speed</a:t>
            </a:r>
          </a:p>
          <a:p>
            <a:r>
              <a:t>Download the MP4</a:t>
            </a:r>
          </a:p>
          <a:p>
            <a:r>
              <a:t>Try Basic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