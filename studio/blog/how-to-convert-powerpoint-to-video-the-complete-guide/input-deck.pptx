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slide deck already explains something well. Here's how to make it work without you in the room, from tidying the deck to sharing the finished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deck on its own relies on a presenter. A video carries the slides and the explanation, so viewers can watch whenever suits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can export from PowerPoint and record yourself, or screen record a run-through. A dedicated converter builds the video from your notes, so updates are easy.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minutes of tidying saves a lot of re-exporting. Keep one idea per slide, and make each headline the point, like 'Returns are processed within five days'.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speaker notes are your script. Write them as spoken sentences, not reminders. The longer version is much easier to follow by 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Upload your deck and pick a voice. Try it on Basic first. On Pro, a.i. directs your video with animated scenes and a tighter story. Visit powerpoint2vid.com.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0"/>
            <a:ext cx="10362940" cy="0"/>
          </a:xfrm>
        </p:spPr>
        <p:txBody>
          <a:bodyPr/>
          <a:lstStyle/>
          <a:p>
            <a:r>
              <a:t>How to Convert PowerPoint to Video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0"/>
            <a:ext cx="8534186" cy="0"/>
          </a:xfrm>
        </p:spPr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0"/>
            <a:ext cx="10972525" cy="0"/>
          </a:xfrm>
        </p:spPr>
        <p:txBody>
          <a:bodyPr/>
          <a:lstStyle/>
          <a:p>
            <a:r>
              <a:t>A video explains itself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584" y="0"/>
            <a:ext cx="10972525" cy="0"/>
          </a:xfrm>
        </p:spPr>
        <p:txBody>
          <a:bodyPr/>
          <a:lstStyle/>
          <a:p>
            <a:r>
              <a:t>It explains itself</a:t>
            </a:r>
          </a:p>
          <a:p>
            <a:r>
              <a:t>People watch when it suits them</a:t>
            </a:r>
          </a:p>
          <a:p>
            <a:r>
              <a:t>Everyone hears the same message</a:t>
            </a:r>
          </a:p>
          <a:p>
            <a:r>
              <a:t>It's easy to update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0"/>
            <a:ext cx="10972525" cy="0"/>
          </a:xfrm>
        </p:spPr>
        <p:txBody>
          <a:bodyPr/>
          <a:lstStyle/>
          <a:p>
            <a:r>
              <a:t>Three ways to convert your deck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584" y="0"/>
            <a:ext cx="10972525" cy="0"/>
          </a:xfrm>
        </p:spPr>
        <p:txBody>
          <a:bodyPr/>
          <a:lstStyle/>
          <a:p>
            <a:r>
              <a:t>PowerPoint's own video export</a:t>
            </a:r>
          </a:p>
          <a:p>
            <a:r>
              <a:t>Screen recording</a:t>
            </a:r>
          </a:p>
          <a:p>
            <a:r>
              <a:t>A dedicated converter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0"/>
            <a:ext cx="10972525" cy="0"/>
          </a:xfrm>
        </p:spPr>
        <p:txBody>
          <a:bodyPr/>
          <a:lstStyle/>
          <a:p>
            <a:r>
              <a:t>Get the deck ready for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584" y="0"/>
            <a:ext cx="10972525" cy="0"/>
          </a:xfrm>
        </p:spPr>
        <p:txBody>
          <a:bodyPr/>
          <a:lstStyle/>
          <a:p>
            <a:r>
              <a:t>One idea per slide</a:t>
            </a:r>
          </a:p>
          <a:p>
            <a:r>
              <a:t>Make the headline the point</a:t>
            </a:r>
          </a:p>
          <a:p>
            <a:r>
              <a:t>Body text 24pt or more</a:t>
            </a:r>
          </a:p>
          <a:p>
            <a:r>
              <a:t>Use a 16:9 layout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0"/>
            <a:ext cx="10972525" cy="0"/>
          </a:xfrm>
        </p:spPr>
        <p:txBody>
          <a:bodyPr/>
          <a:lstStyle/>
          <a:p>
            <a:r>
              <a:t>Write speaker notes for the 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584" y="0"/>
            <a:ext cx="10972525" cy="0"/>
          </a:xfrm>
        </p:spPr>
        <p:txBody>
          <a:bodyPr/>
          <a:lstStyle/>
          <a:p>
            <a:r>
              <a:t>Before: "Day 1 - laptop, accts, buddy intro"</a:t>
            </a:r>
          </a:p>
          <a:p>
            <a:r>
              <a:t>After: "On your first day, three things happen."</a:t>
            </a:r>
          </a:p>
          <a:p>
            <a:r>
              <a:t>Short sentences, spoken words</a:t>
            </a:r>
          </a:p>
          <a:p>
            <a:r>
              <a:t>Spell out abbreviations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0"/>
            <a:ext cx="10972525" cy="0"/>
          </a:xfrm>
        </p:spPr>
        <p:txBody>
          <a:bodyPr/>
          <a:lstStyle/>
          <a:p>
            <a:r>
              <a:t>Ordinary slides in, extraordinary video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584" y="0"/>
            <a:ext cx="10972525" cy="0"/>
          </a:xfrm>
        </p:spPr>
        <p:txBody>
          <a:bodyPr/>
          <a:lstStyle/>
          <a:p>
            <a:r>
              <a:t>Upload your .pptx</a:t>
            </a:r>
          </a:p>
          <a:p>
            <a:r>
              <a:t>Pick a voice and speed</a:t>
            </a:r>
          </a:p>
          <a:p>
            <a:r>
              <a:t>Try it on Basic first</a:t>
            </a:r>
          </a:p>
          <a:p>
            <a:r>
              <a:t>Pro: a.i.-directed, no watermark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