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small business answers the same questions every day. What if you explained it well once, and a video kept doing the job for you?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small business fields the same questions daily. A short video answers each one the same way, without anyone on your team stopping what they're doing.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shows the steps while it explains them. It works when you're offline, keeps every detail accurate and on brand, and captions help more people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the spot where a clear explanation would change what people do. That might be your homepage, a welcome email or the follow-up after a first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situation, problem, answer, proof, next step. For a local bookkeeper, that's five slides, a sentence or two of narration each, and about a minute of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deck you already have. On Pro, a.i. directs the video, so it looks produced without an agency. Try Basic first at powerpoint2vid.com.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0"/>
            <a:ext cx="10362940" cy="0"/>
          </a:xfrm>
        </p:spPr>
        <p:txBody>
          <a:bodyPr/>
          <a:lstStyle/>
          <a:p>
            <a:r>
              <a:t>The Benefits of Explainer Videos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0"/>
            <a:ext cx="8534186" cy="0"/>
          </a:xfrm>
        </p:spPr>
        <p:txBody>
          <a:bodyPr/>
          <a:lstStyle/>
          <a:p>
            <a:r>
              <a:t>For small businesses</a:t>
            </a:r>
          </a:p>
          <a:p>
            <a:r>
              <a:t>Explain it well once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Explain once, reuse many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"How does delivery work?"</a:t>
            </a:r>
          </a:p>
          <a:p>
            <a:r>
              <a:t>"What's included in the basic plan?"</a:t>
            </a:r>
          </a:p>
          <a:p>
            <a:r>
              <a:t>"How do I book?"</a:t>
            </a:r>
          </a:p>
          <a:p>
            <a:r>
              <a:t>Same answer for every customer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Clearer, consistent and always 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Shows the steps while explaining them</a:t>
            </a:r>
          </a:p>
          <a:p>
            <a:r>
              <a:t>Works at night and on weekends</a:t>
            </a:r>
          </a:p>
          <a:p>
            <a:r>
              <a:t>Every customer hears the same message</a:t>
            </a:r>
          </a:p>
          <a:p>
            <a:r>
              <a:t>Captions for sound-off viewers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Start where explanation changes behaviour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Homepage: "What we do in 90 seconds"</a:t>
            </a:r>
          </a:p>
          <a:p>
            <a:r>
              <a:t>Welcome email: "Getting started"</a:t>
            </a:r>
          </a:p>
          <a:p>
            <a:r>
              <a:t>Sales follow-up: narrated pitch deck</a:t>
            </a:r>
          </a:p>
          <a:p>
            <a:r>
              <a:t>New hires: onboarding walkthrough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Five slides make a one-minute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Situation, problem, answer, proof, next step</a:t>
            </a:r>
          </a:p>
          <a:p>
            <a:r>
              <a:t>Problem: "Your BAS takes a whole weekend"</a:t>
            </a:r>
          </a:p>
          <a:p>
            <a:r>
              <a:t>Next step: "Book a fifteen-minute call"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Turn your sales deck into an explainer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Pick one question</a:t>
            </a:r>
          </a:p>
          <a:p>
            <a:r>
              <a:t>Trim your deck</a:t>
            </a:r>
          </a:p>
          <a:p>
            <a:r>
              <a:t>Write narration in the speaker notes</a:t>
            </a:r>
          </a:p>
          <a:p>
            <a:r>
              <a:t>Try Basic, publish with Pro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