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lectures already live in Google Slides. The slides carry the visuals, and the speaker notes carry your words. Here's how to turn them into a narrated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Recording live needs a quiet room and a clean run. With narrated slides, fixing a mistake means editing one line of text, then making the video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Reminder notes won't work as a script. Write full sentences, the way you'd explain the slide to a student sitting right next to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Google Slides, download your deck as a PowerPoint file. Upload it, choose a voice and speed that sounds natural, and keep captions on for every 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Listen for mispronounced names and awkward lines, then fix them in your speaker notes. A twenty-slide segment becomes a focused video of roughly seven to ten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Ordinary slides in, extraordinary video out. On Pro, a.i. directs your lecture video, timing each scene to your narration. Try Basic first at powerpoint2vid.com.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0"/>
            <a:ext cx="10362940" cy="0"/>
          </a:xfrm>
        </p:spPr>
        <p:txBody>
          <a:bodyPr/>
          <a:lstStyle/>
          <a:p>
            <a:r>
              <a:t>Turn Google Slides into a Narrated Video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0"/>
            <a:ext cx="8534186" cy="0"/>
          </a:xfrm>
        </p:spPr>
        <p:txBody>
          <a:bodyPr/>
          <a:lstStyle/>
          <a:p>
            <a:r>
              <a:t>Slides carry the visuals</a:t>
            </a:r>
          </a:p>
          <a:p>
            <a:r>
              <a:t>Speaker notes carry the words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Narrate slides instead of recording lectures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No studio, microphone or clean run needed</a:t>
            </a:r>
          </a:p>
          <a:p>
            <a:r>
              <a:t>Fix a mistake by editing a line</a:t>
            </a:r>
          </a:p>
          <a:p>
            <a:r>
              <a:t>Students pause and replay at their pace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Write speaker notes for the 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Before: Sampling bias - convenience samples - eg uni students</a:t>
            </a:r>
          </a:p>
          <a:p>
            <a:r>
              <a:t>After: Here's the problem with convenience samples.</a:t>
            </a:r>
          </a:p>
          <a:p>
            <a:r>
              <a:t>Short sentences, one idea at a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Download as .pptx, then choose a voice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File menu, Download, PowerPoint (.pptx)</a:t>
            </a:r>
          </a:p>
          <a:p>
            <a:r>
              <a:t>Swap embedded videos for a still image</a:t>
            </a:r>
          </a:p>
          <a:p>
            <a:r>
              <a:t>Choose a voice and speaking speed</a:t>
            </a:r>
          </a:p>
          <a:p>
            <a:r>
              <a:t>Keep captions on for accessibility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Watch the whole video before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Mispronounced technical terms and names</a:t>
            </a:r>
          </a:p>
          <a:p>
            <a:r>
              <a:t>Narration that runs much longer</a:t>
            </a:r>
          </a:p>
          <a:p>
            <a:r>
              <a:t>Notes that read awkwardly out loud</a:t>
            </a:r>
          </a:p>
          <a:p>
            <a:r>
              <a:t>Download as MP4, WebM available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Ordinary slides in, extraordinary video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Basic: try it, with a watermark</a:t>
            </a:r>
          </a:p>
          <a:p>
            <a:r>
              <a:t>Pro: a.i.-directed lecture videos</a:t>
            </a:r>
          </a:p>
          <a:p>
            <a:r>
              <a:t>From A$29 a month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