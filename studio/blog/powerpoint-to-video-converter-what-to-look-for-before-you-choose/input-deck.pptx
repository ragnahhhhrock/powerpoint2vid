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PowerPoint to video converter makes different trade-offs. Before you pick one, here are the questions worth asking, so the tool fits your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clear about the job first. Your audience, platform, update schedule and how sensitive the content is will make most of the decisions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your deck changes often, narration from your notes is easier to maintain. Fixing a sentence means editing text, not recording it all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sensitive material, check your organisation's policy on online tools before uploading. Then preview a real deck, and ask whether the tool improves it or just plays it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 for timing that follows the speech, captions for viewers with the sound off, an MP4 your platform accepts, and clear limits on price and watermarks.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Turn a real deck into video. On Pro, a.i. directs it, tightening the story and timing animation to your narration. Try it first on Basic at powerpoint2vid.com.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0"/>
            <a:ext cx="10362940" cy="0"/>
          </a:xfrm>
        </p:spPr>
        <p:txBody>
          <a:bodyPr/>
          <a:lstStyle/>
          <a:p>
            <a:r>
              <a:t>Choosing a PowerPoint to Video Converter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0"/>
            <a:ext cx="8534186" cy="0"/>
          </a:xfrm>
        </p:spPr>
        <p:txBody>
          <a:bodyPr/>
          <a:lstStyle/>
          <a:p>
            <a:r>
              <a:t>What to look for before you choose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Start with what the video must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Who's watching?</a:t>
            </a:r>
          </a:p>
          <a:p>
            <a:r>
              <a:t>Where will it live?</a:t>
            </a:r>
          </a:p>
          <a:p>
            <a:r>
              <a:t>How often will it change?</a:t>
            </a:r>
          </a:p>
          <a:p>
            <a:r>
              <a:t>How sensitive is the content?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Narration: record it or write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You record your voice</a:t>
            </a:r>
          </a:p>
          <a:p>
            <a:r>
              <a:t>Narration read from your speaker notes</a:t>
            </a:r>
          </a:p>
          <a:p>
            <a:r>
              <a:t>Edit text, not re-record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Check files, design and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Check your organisation's policy before you upload</a:t>
            </a:r>
          </a:p>
          <a:p>
            <a:r>
              <a:t>Preview a real deck, not a demo</a:t>
            </a:r>
          </a:p>
          <a:p>
            <a:r>
              <a:t>Does it rework the story, scenes and motion?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Timing, captions, format and price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Timing follows the narration</a:t>
            </a:r>
          </a:p>
          <a:p>
            <a:r>
              <a:t>Captions burned in or SRT/VTT</a:t>
            </a:r>
          </a:p>
          <a:p>
            <a:r>
              <a:t>MP4 is the most widely accepted</a:t>
            </a:r>
          </a:p>
          <a:p>
            <a:r>
              <a:t>Watermarks, limits, easy cancelling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Test drive with your own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84" y="0"/>
            <a:ext cx="10972525" cy="0"/>
          </a:xfrm>
        </p:spPr>
        <p:txBody>
          <a:bodyPr/>
          <a:lstStyle/>
          <a:p>
            <a:r>
              <a:t>Ordinary slides in, extraordinary video out</a:t>
            </a:r>
          </a:p>
          <a:p>
            <a:r>
              <a:t>Basic: try it, no subscription needed</a:t>
            </a:r>
          </a:p>
          <a:p>
            <a:r>
              <a:t>Pro: a.i. directs the video</a:t>
            </a:r>
          </a:p>
          <a:p>
            <a:r>
              <a:t>powerpoint2vid.com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