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Turning lecture slides into video? Captions aren't an optional extra. They decide whether some of your audience can follow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Captions help far more people than you'd think. Learners in a second language, people on a train with the sound off, and anyone scanning back while revising.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Burned-in captions are always there, ideal for social feeds and email. Closed captions are a separate track viewers can switch off, often expected by an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Captions are only as good as the words behind them. Break long sentences into short ones, write abbreviations out in full, and check names and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Captions sit near the bottom of the frame, so keep that area light. Use less text, strong contrast, and labels instead of colour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Basic to caption your deck, no subscription needed. On Pro, a.i. directs, timing animation and captions to your narration. Try it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Captions on Presentation Videos: Why and 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Captions help far more viewers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Deaf or hard of hearing</a:t>
            </a:r>
          </a:p>
          <a:p>
            <a:r>
              <a:t>Studying in a second language</a:t>
            </a:r>
          </a:p>
          <a:p>
            <a:r>
              <a:t>Watching with the sound off</a:t>
            </a:r>
          </a:p>
          <a:p>
            <a:r>
              <a:t>Anyone revising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Burned-in or closed captions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Burned-in: part of the video image</a:t>
            </a:r>
          </a:p>
          <a:p>
            <a:r>
              <a:t>Closed: separate SRT or VTT track</a:t>
            </a:r>
          </a:p>
          <a:p>
            <a:r>
              <a:t>Viewers can turn closed captions off</a:t>
            </a:r>
          </a:p>
          <a:p>
            <a:r>
              <a:t>Many people use both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notes in short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Before: one long assessment sentence</a:t>
            </a:r>
          </a:p>
          <a:p>
            <a:r>
              <a:t>After: "It's worth forty per cent of your grade."</a:t>
            </a:r>
          </a:p>
          <a:p>
            <a:r>
              <a:t>Write out "approx" and "e.g."</a:t>
            </a:r>
          </a:p>
          <a:p>
            <a:r>
              <a:t>Check names and course codes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Design slides with captions in 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Keep the bottom of each slide clear</a:t>
            </a:r>
          </a:p>
          <a:p>
            <a:r>
              <a:t>Less text on the slide</a:t>
            </a:r>
          </a:p>
          <a:p>
            <a:r>
              <a:t>Contrast ratio of at least 4.5:1</a:t>
            </a:r>
          </a:p>
          <a:p>
            <a:r>
              <a:t>Don't rely on colour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Ordinary slides in, captioned video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Turn on burned-in captions</a:t>
            </a:r>
          </a:p>
          <a:p>
            <a:r>
              <a:t>Speaker notes become the narration</a:t>
            </a:r>
          </a:p>
          <a:p>
            <a:r>
              <a:t>Basic: no subscription needed</a:t>
            </a:r>
          </a:p>
          <a:p>
            <a:r>
              <a:t>Pro: a.i. directs the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