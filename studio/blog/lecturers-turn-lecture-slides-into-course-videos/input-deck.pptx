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already have years of lecture decks. Turned into video, they can teach on their own, before class, for revision, or for an online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start with your whole course. A good first project is one assessment explainer. Every student needs it, and it saves you answering the same emails.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fifty-minute lecture rarely works as one fifty-minute video. Give each concept its own short video, so students can find the part they need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 dot points for what you'd actually say to a student. Short sentences work better for voices and captions, so check how technical terms are pronounced.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slightly slower speed for dense material, and watch the whole video with sound. Then download the MP4 and add it to your course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Pro, a.i. directs the video, timing each scene to your narration so a lecture lands like a produced explainer. Try one on Basic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Turn Lecture Slides into Course Videos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Before class</a:t>
            </a:r>
          </a:p>
          <a:p>
            <a:r>
              <a:t>For revision</a:t>
            </a:r>
          </a:p>
          <a:p>
            <a:r>
              <a:t>For students who missed the session</a:t>
            </a:r>
          </a:p>
          <a:p>
            <a:r>
              <a:t>For an online cohort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Start with decks where video helps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Concepts students regularly struggle with</a:t>
            </a:r>
          </a:p>
          <a:p>
            <a:r>
              <a:t>Stable content</a:t>
            </a:r>
          </a:p>
          <a:p>
            <a:r>
              <a:t>Procedures</a:t>
            </a:r>
          </a:p>
          <a:p>
            <a:r>
              <a:t>Pre-class content for weeks you want to flip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Split one lecture into short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Before: Week 3 Lecture: Cell Biology (48 slides)</a:t>
            </a:r>
          </a:p>
          <a:p>
            <a:r>
              <a:t>What a cell membrane does (8 slides)</a:t>
            </a:r>
          </a:p>
          <a:p>
            <a:r>
              <a:t>Active vs passive transport (10 slides)</a:t>
            </a:r>
          </a:p>
          <a:p>
            <a:r>
              <a:t>Worked example: osmosis in plant cells (9 slides)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Write speaker notes as narration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Before: "Osmosis - water moves high to low conc."</a:t>
            </a:r>
          </a:p>
          <a:p>
            <a:r>
              <a:t>After: "Osmosis is the movement of water across a membrane."</a:t>
            </a:r>
          </a:p>
          <a:p>
            <a:r>
              <a:t>Short sentences suit voices and captions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Preview, then add it to your 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Pick a voice and speaking speed</a:t>
            </a:r>
          </a:p>
          <a:p>
            <a:r>
              <a:t>Turn on captions</a:t>
            </a:r>
          </a:p>
          <a:p>
            <a:r>
              <a:t>Download as MP4</a:t>
            </a:r>
          </a:p>
          <a:p>
            <a:r>
              <a:t>Name files clearly: "BIO101 W3 Osmosis"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Start with one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One deck and an hour</a:t>
            </a:r>
          </a:p>
          <a:p>
            <a:r>
              <a:t>Try it on Basic</a:t>
            </a:r>
          </a:p>
          <a:p>
            <a:r>
              <a:t>On Pro, a.i. directs the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