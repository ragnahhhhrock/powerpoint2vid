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slide headlines are labels like Overview or Pricing. They say what a slide is about, but not what it's saying. Let's change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label leaves people guessing, and some draw no conclusion at all. A headline that makes a point gives the chart a job: proving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what the audience should conclude, then say it in a short, specific sentence. "Onboarding now takes two days instead of five" beats "Onboarding time".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your headlines in order, as a list. In the rewritten sales deck, the right-hand column on its own is a complete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deck becomes a narrated video, the notes become the voiceover. Open by restating the headline aloud, so viewers get the point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Pro, a.i. directs your video, landing each headline on screen as it's spoken. Ordinary slides in, extraordinary video out,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Slide Headlines That Make a 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Labels make the audience do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"Q3 results" leaves people guessing</a:t>
            </a:r>
          </a:p>
          <a:p>
            <a:r>
              <a:t>"Q3 revenue beat target by a comfortable margin"</a:t>
            </a:r>
          </a:p>
          <a:p>
            <a:r>
              <a:t>Prospects skim headlines on their phone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Ask "so what?" and write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Ask "so what?"</a:t>
            </a:r>
          </a:p>
          <a:p>
            <a:r>
              <a:t>Write a full sentence with a verb</a:t>
            </a:r>
          </a:p>
          <a:p>
            <a:r>
              <a:t>One line, two at most</a:t>
            </a:r>
          </a:p>
          <a:p>
            <a:r>
              <a:t>Be specific, with figures you can back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The headlines alone should tell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"About us" → "We help mid-sized retailers cut stock write-offs"</a:t>
            </a:r>
          </a:p>
          <a:p>
            <a:r>
              <a:t>"Pricing" → "One flat monthly fee, scaled to your number of stores"</a:t>
            </a:r>
          </a:p>
          <a:p>
            <a:r>
              <a:t>"Next steps" → "A two-week pilot with three of your stores"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Notes restate the headline, then explain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Headline: "Implementation takes four steps and about three weeks"</a:t>
            </a:r>
          </a:p>
          <a:p>
            <a:r>
              <a:t>Notes: "Getting started takes about three weeks, in four steps."</a:t>
            </a:r>
          </a:p>
          <a:p>
            <a:r>
              <a:t>The point lands twice: on screen and in their 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Let your headlines carry the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Speaker notes become the narration</a:t>
            </a:r>
          </a:p>
          <a:p>
            <a:r>
              <a:t>On Pro, a.i. directs the video</a:t>
            </a:r>
          </a:p>
          <a:p>
            <a:r>
              <a:t>Try Basic first, no subscription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