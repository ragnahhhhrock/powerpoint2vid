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Your speaker notes are written for you, not for a listener. Here's how to turn rough notes into a voiceover that sounds clear and natural.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Rough notes work on stage, but a voice needs full sentences. A real script tells the viewer where to look and links smoothly to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your draft aloud. If you wouldn't say it in conversation, rewrite it. Keep sentences short, because a listener can't scan back up the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Abbreviations, symbols and numbers can come out oddly. Write them in your notes exactly the way you want them heard.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Narration takes its cues from punctuation. Put an important phrase in its own short sentence, and the listener gets time to absorb each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Your polished notes become the narration. On Pro, a.i. directs the video, timing each scene to your words. Try Basic first at powerpoint2vid.com.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0"/>
            <a:ext cx="10362940" cy="0"/>
          </a:xfrm>
        </p:spPr>
        <p:txBody>
          <a:bodyPr/>
          <a:lstStyle/>
          <a:p>
            <a:r>
              <a:t>Speaker Notes That Become a Great Voiceover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0"/>
            <a:ext cx="8534186" cy="0"/>
          </a:xfrm>
        </p:spPr>
        <p:txBody>
          <a:bodyPr/>
          <a:lstStyle/>
          <a:p>
            <a:r>
              <a:t>Written to be heard</a:t>
            </a:r>
          </a:p>
          <a:p>
            <a:r>
              <a:t>From rough notes to a clear script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0"/>
            <a:ext cx="10972525" cy="0"/>
          </a:xfrm>
        </p:spPr>
        <p:txBody>
          <a:bodyPr/>
          <a:lstStyle/>
          <a:p>
            <a:r>
              <a:t>Notes Are Fragments, Scripts Are Sentences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84" y="0"/>
            <a:ext cx="10972525" cy="0"/>
          </a:xfrm>
        </p:spPr>
        <p:txBody>
          <a:bodyPr/>
          <a:lstStyle/>
          <a:p>
            <a:r>
              <a:t>Notes: 'Results - 3 groups - control flat'</a:t>
            </a:r>
          </a:p>
          <a:p>
            <a:r>
              <a:t>Script: 'Let's look at the results. We tested three groups.'</a:t>
            </a:r>
          </a:p>
          <a:p>
            <a:r>
              <a:t>Tells the viewer where to look</a:t>
            </a:r>
          </a:p>
          <a:p>
            <a:r>
              <a:t>Links to the next slide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0"/>
            <a:ext cx="10972525" cy="0"/>
          </a:xfrm>
        </p:spPr>
        <p:txBody>
          <a:bodyPr/>
          <a:lstStyle/>
          <a:p>
            <a:r>
              <a:t>Write the Way You Speak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84" y="0"/>
            <a:ext cx="10972525" cy="0"/>
          </a:xfrm>
        </p:spPr>
        <p:txBody>
          <a:bodyPr/>
          <a:lstStyle/>
          <a:p>
            <a:r>
              <a:t>'Utilise' becomes 'use'</a:t>
            </a:r>
          </a:p>
          <a:p>
            <a:r>
              <a:t>'In order to' becomes 'to'</a:t>
            </a:r>
          </a:p>
          <a:p>
            <a:r>
              <a:t>One idea per sentence</a:t>
            </a:r>
          </a:p>
          <a:p>
            <a:r>
              <a:t>Read your draft aloud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0"/>
            <a:ext cx="10972525" cy="0"/>
          </a:xfrm>
        </p:spPr>
        <p:txBody>
          <a:bodyPr/>
          <a:lstStyle/>
          <a:p>
            <a:r>
              <a:t>Spell Out What the Voice Trips 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84" y="0"/>
            <a:ext cx="10972525" cy="0"/>
          </a:xfrm>
        </p:spPr>
        <p:txBody>
          <a:bodyPr/>
          <a:lstStyle/>
          <a:p>
            <a:r>
              <a:t>3.5% → three and a half per cent</a:t>
            </a:r>
          </a:p>
          <a:p>
            <a:r>
              <a:t>e.g. → for example</a:t>
            </a:r>
          </a:p>
          <a:p>
            <a:r>
              <a:t>n=240 → two hundred and forty participants</a:t>
            </a:r>
          </a:p>
          <a:p>
            <a:r>
              <a:t>vs → versus, or compared with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0"/>
            <a:ext cx="10972525" cy="0"/>
          </a:xfrm>
        </p:spPr>
        <p:txBody>
          <a:bodyPr/>
          <a:lstStyle/>
          <a:p>
            <a:r>
              <a:t>Use Punctuation to Shape the Pace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84" y="0"/>
            <a:ext cx="10972525" cy="0"/>
          </a:xfrm>
        </p:spPr>
        <p:txBody>
          <a:bodyPr/>
          <a:lstStyle/>
          <a:p>
            <a:r>
              <a:t>Full stop: a short pause</a:t>
            </a:r>
          </a:p>
          <a:p>
            <a:r>
              <a:t>Comma: a smaller pause</a:t>
            </a:r>
          </a:p>
          <a:p>
            <a:r>
              <a:t>'There was one exception. Low-light images.'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0"/>
            <a:ext cx="10972525" cy="0"/>
          </a:xfrm>
        </p:spPr>
        <p:txBody>
          <a:bodyPr/>
          <a:lstStyle/>
          <a:p>
            <a:r>
              <a:t>Read It Aloud, Then Make the Video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84" y="0"/>
            <a:ext cx="10972525" cy="0"/>
          </a:xfrm>
        </p:spPr>
        <p:txBody>
          <a:bodyPr/>
          <a:lstStyle/>
          <a:p>
            <a:r>
              <a:t>Full, short sentences in every note</a:t>
            </a:r>
          </a:p>
          <a:p>
            <a:r>
              <a:t>Numbers written as spoken words</a:t>
            </a:r>
          </a:p>
          <a:p>
            <a:r>
              <a:t>Read aloud once before converting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