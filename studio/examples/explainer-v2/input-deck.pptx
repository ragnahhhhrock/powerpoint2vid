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1.5</c:v>
                </c:pt>
                <c:pt idx="2">
                  <c:v>1.9</c:v>
                </c:pt>
                <c:pt idx="3">
                  <c:v>2.6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video started life as five ordinary slides. Watch what happens when they get a director.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slide videos are just slides, with a voice reading out the bullet points. By slide three, your audience has tuned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PowerPoint2Vid reads your whole deck. It writes the story, designs every scene, and times each animation to the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a flat chart becomes a moment. The numbers build, and the result lands right as it's said.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 ordinary slides into extraordinary explainer videos. Start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t>PowerPoint2Vid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/>
          <a:p>
            <a:r>
              <a:t>Turn slides into explainer videos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1600200"/>
            <a:ext cx="10972525" cy="4525963"/>
          </a:xfrm>
        </p:spPr>
        <p:txBody>
          <a:bodyPr/>
          <a:lstStyle/>
          <a:p>
            <a:r>
              <a:t>Most slide videos are just slides and a voice</a:t>
            </a:r>
          </a:p>
          <a:p>
            <a:r>
              <a:t>The bullet points get read aloud</a:t>
            </a:r>
          </a:p>
          <a:p>
            <a:r>
              <a:t>Audiences tune out fast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1600200"/>
            <a:ext cx="10972525" cy="4525963"/>
          </a:xfrm>
        </p:spPr>
        <p:txBody>
          <a:bodyPr/>
          <a:lstStyle/>
          <a:p>
            <a:r>
              <a:t>Reads your whole deck</a:t>
            </a:r>
          </a:p>
          <a:p>
            <a:r>
              <a:t>Writes the story</a:t>
            </a:r>
          </a:p>
          <a:p>
            <a:r>
              <a:t>Designs every scene</a:t>
            </a:r>
          </a:p>
          <a:p>
            <a:r>
              <a:t>Times animation to the narration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t>Quarterly revenue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94183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t>Get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/>
          <a:p>
            <a:r>
              <a:t>powerpoint2vid.com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