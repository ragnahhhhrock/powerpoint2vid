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cat>
            <c:strRef>
              <c:f>Sheet1!$A$2:$A$5</c:f>
              <c:strCache>
                <c:ptCount val="4"/>
                <c:pt idx="0">
                  <c:v>Q1</c:v>
                </c:pt>
                <c:pt idx="1">
                  <c:v>Q2</c:v>
                </c:pt>
                <c:pt idx="2">
                  <c:v>Q3</c:v>
                </c:pt>
                <c:pt idx="3">
                  <c:v>Q4</c:v>
                </c:pt>
              </c:strCache>
            </c:strRef>
          </c:cat>
          <c:val>
            <c:numRef>
              <c:f>Sheet1!$B$2:$B$5</c:f>
              <c:numCache>
                <c:formatCode>General</c:formatCode>
                <c:ptCount val="4"/>
                <c:pt idx="0">
                  <c:v>1.2</c:v>
                </c:pt>
                <c:pt idx="1">
                  <c:v>1.5</c:v>
                </c:pt>
                <c:pt idx="2">
                  <c:v>1.9</c:v>
                </c:pt>
                <c:pt idx="3">
                  <c:v>2.6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 so this first one is just a basic title slide, pretty standard. What I want to show is what it looks like once it gets properly directed.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basically how it works is the tool reads through all of the slides in the deck, and then it goes through and tightens up the story so it flows. The speaker notes that you have written get used as the voiceover. Then each slide gets redesigned as an animated scene, with the animation timed to the narration.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revenue chart for the four quarters. As you can see it goes up every quarter, from 1.2 million in Q1 to 2.6 million in Q4.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plans, Basic exports have a watermark on them. Pro is from A$29 a month and includes 10 Opus-directed videos with no watermark.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started, head over to powerpoint2vid.com.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914377" y="2130425"/>
            <a:ext cx="10362940" cy="1470025"/>
          </a:xfrm>
        </p:spPr>
        <p:txBody>
          <a:bodyPr/>
          <a:lstStyle/>
          <a:p>
            <a:r>
              <a:t>PowerPoint2Vid</a:t>
            </a:r>
          </a:p>
        </p:txBody>
      </p:sp>
      <p:sp>
        <p:nvSpPr>
          <p:cNvPr id="3" name="Subtitle 2"/>
          <p:cNvSpPr>
            <a:spLocks noGrp="1"/>
          </p:cNvSpPr>
          <p:nvPr>
            <p:ph type="subTitle" idx="1"/>
          </p:nvPr>
        </p:nvSpPr>
        <p:spPr>
          <a:xfrm>
            <a:off x="1828754" y="3886200"/>
            <a:ext cx="8534186" cy="1752600"/>
          </a:xfrm>
        </p:spPr>
        <p:txBody>
          <a:bodyPr/>
          <a:lstStyle/>
          <a:p>
            <a:r>
              <a:t>Turn slides into explainer videos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How it works</a:t>
            </a:r>
          </a:p>
        </p:txBody>
      </p:sp>
      <p:sp>
        <p:nvSpPr>
          <p:cNvPr id="3" name="Content Placeholder 2"/>
          <p:cNvSpPr>
            <a:spLocks noGrp="1"/>
          </p:cNvSpPr>
          <p:nvPr>
            <p:ph idx="1"/>
          </p:nvPr>
        </p:nvSpPr>
        <p:spPr>
          <a:xfrm>
            <a:off x="609584" y="1600200"/>
            <a:ext cx="10972525" cy="4525963"/>
          </a:xfrm>
        </p:spPr>
        <p:txBody>
          <a:bodyPr/>
          <a:lstStyle/>
          <a:p>
            <a:r>
              <a:t>Reads the whole deck</a:t>
            </a:r>
          </a:p>
          <a:p>
            <a:r>
              <a:t>Tightens the story</a:t>
            </a:r>
          </a:p>
          <a:p>
            <a:r>
              <a:t>Speaker notes become the voiceover</a:t>
            </a:r>
          </a:p>
          <a:p>
            <a:r>
              <a:t>Each slide becomes an animated scene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Quarterly revenue</a:t>
            </a:r>
          </a:p>
        </p:txBody>
      </p:sp>
      <p:graphicFrame>
        <p:nvGraphicFramePr>
          <p:cNvPr id="3" name="Chart 2"/>
          <p:cNvGraphicFramePr>
            <a:graphicFrameLocks noGrp="1"/>
          </p:cNvGraphicFramePr>
          <p:nvPr/>
        </p:nvGraphicFramePr>
        <p:xfrm>
          <a:off x="1371600" y="1645920"/>
          <a:ext cx="941832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9584" y="274638"/>
            <a:ext cx="10972525" cy="1143000"/>
          </a:xfrm>
        </p:spPr>
        <p:txBody>
          <a:bodyPr/>
          <a:lstStyle/>
          <a:p>
            <a:r>
              <a:t>Plans</a:t>
            </a:r>
          </a:p>
        </p:txBody>
      </p:sp>
      <p:sp>
        <p:nvSpPr>
          <p:cNvPr id="3" name="Content Placeholder 2"/>
          <p:cNvSpPr>
            <a:spLocks noGrp="1"/>
          </p:cNvSpPr>
          <p:nvPr>
            <p:ph idx="1"/>
          </p:nvPr>
        </p:nvSpPr>
        <p:spPr>
          <a:xfrm>
            <a:off x="609584" y="1600200"/>
            <a:ext cx="10972525" cy="4525963"/>
          </a:xfrm>
        </p:spPr>
        <p:txBody>
          <a:bodyPr/>
          <a:lstStyle/>
          <a:p>
            <a:r>
              <a:t>Basic: exports carry a PowerPoint2Vid watermark</a:t>
            </a:r>
          </a:p>
          <a:p>
            <a:r>
              <a:t>Pro: from A$29/month</a:t>
            </a:r>
          </a:p>
          <a:p>
            <a:r>
              <a:t>Pro includes 10 Opus-directed videos, no watermark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914377" y="2130425"/>
            <a:ext cx="10362940" cy="1470025"/>
          </a:xfrm>
        </p:spPr>
        <p:txBody>
          <a:bodyPr/>
          <a:lstStyle/>
          <a:p>
            <a:r>
              <a:t>Get started</a:t>
            </a:r>
          </a:p>
        </p:txBody>
      </p:sp>
      <p:sp>
        <p:nvSpPr>
          <p:cNvPr id="3" name="Subtitle 2"/>
          <p:cNvSpPr>
            <a:spLocks noGrp="1"/>
          </p:cNvSpPr>
          <p:nvPr>
            <p:ph type="subTitle" idx="1"/>
          </p:nvPr>
        </p:nvSpPr>
        <p:spPr>
          <a:xfrm>
            <a:off x="1828754" y="3886200"/>
            <a:ext cx="8534186" cy="1752600"/>
          </a:xfrm>
        </p:spPr>
        <p:txBody>
          <a:bodyPr/>
          <a:lstStyle/>
          <a:p>
            <a:r>
              <a:t>powerpoint2vid.com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