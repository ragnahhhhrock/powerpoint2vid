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PowerPoint2Vid. It turns a PowerPoint deck into a narrated explainer video, right in your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already wrote the story. It lives in your slides and your speaker notes. But recording a video by hand takes hours. There is a faster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your deck. Pick a voice and a style. Preview it. Then export. Your speaker notes become the script, and shapes animate in as each point is spoken.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in your browser. Nothing is uploaded, so your slides never leave your device. There is no sign-up and no watermark.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with your own deck. Head to powerpoint2vid.com and turn your slides into a video in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676656" y="521207"/>
            <a:ext cx="155448" cy="16459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1148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330"/>
                </a:solidFill>
                <a:latin typeface="Inter"/>
              </a:rPr>
              <a:t>PowerPoint</a:t>
            </a:r>
            <a:r>
              <a:rPr sz="1800" b="1">
                <a:solidFill>
                  <a:srgbClr val="6D4AFF"/>
                </a:solidFill>
                <a:latin typeface="Inter"/>
              </a:rPr>
              <a:t>2Vid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600200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EFEDF8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D4AFF"/>
                </a:solidFill>
                <a:latin typeface="Inter"/>
              </a:rPr>
              <a:t>PRIVATE · ONLINE · NO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9439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600" b="1">
                <a:solidFill>
                  <a:srgbClr val="0E1330"/>
                </a:solidFill>
                <a:latin typeface="Inter"/>
              </a:rPr>
              <a:t>PowerPoint to video,</a:t>
            </a:r>
          </a:p>
          <a:p>
            <a:pPr algn="ctr">
              <a:lnSpc>
                <a:spcPct val="95000"/>
              </a:lnSpc>
            </a:pPr>
            <a:r>
              <a:rPr sz="6600" b="1">
                <a:solidFill>
                  <a:srgbClr val="6D4AFF"/>
                </a:solidFill>
                <a:latin typeface="Inter"/>
              </a:rPr>
              <a:t>narrated.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72000"/>
            <a:ext cx="8165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5B6190"/>
                </a:solidFill>
                <a:latin typeface="Inter"/>
              </a:rPr>
              <a:t>Turn any slide deck into an explainer video.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4648" y="5440680"/>
            <a:ext cx="1828800" cy="8229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190"/>
                </a:solidFill>
                <a:latin typeface="Inter"/>
              </a:rPr>
              <a:t>powerpoint2vid.com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550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190"/>
                </a:solidFill>
                <a:latin typeface="Inter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676656" y="521207"/>
            <a:ext cx="155448" cy="16459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1148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330"/>
                </a:solidFill>
                <a:latin typeface="Inter"/>
              </a:rPr>
              <a:t>PowerPoint</a:t>
            </a:r>
            <a:r>
              <a:rPr sz="1800" b="1">
                <a:solidFill>
                  <a:srgbClr val="6D4AFF"/>
                </a:solidFill>
                <a:latin typeface="Inter"/>
              </a:rPr>
              <a:t>2Vid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E1330"/>
                </a:solidFill>
                <a:latin typeface="Inter"/>
              </a:rPr>
              <a:t>Slides are easy. Videos are slow.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91672" cy="1078992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670048"/>
            <a:ext cx="82296" cy="676656"/>
          </a:xfrm>
          <a:prstGeom prst="roundRect">
            <a:avLst>
              <a:gd name="adj" fmla="val 44444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24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1330"/>
                </a:solidFill>
                <a:latin typeface="Inter"/>
              </a:rPr>
              <a:t>You already wrote the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B6190"/>
                </a:solidFill>
                <a:latin typeface="Inter"/>
              </a:rPr>
              <a:t>Your deck and speaker notes hold every 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30752"/>
            <a:ext cx="11091672" cy="1078992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2296" cy="676656"/>
          </a:xfrm>
          <a:prstGeom prst="roundRect">
            <a:avLst>
              <a:gd name="adj" fmla="val 44444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1330"/>
                </a:solidFill>
                <a:latin typeface="Inter"/>
              </a:rPr>
              <a:t>Recording it takes hours.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34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B6190"/>
                </a:solidFill>
                <a:latin typeface="Inter"/>
              </a:rPr>
              <a:t>Voiceovers, retakes, screen capture, editing.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2624"/>
            <a:ext cx="11091672" cy="1078992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193792"/>
            <a:ext cx="82296" cy="676656"/>
          </a:xfrm>
          <a:prstGeom prst="roundRect">
            <a:avLst>
              <a:gd name="adj" fmla="val 44444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1330"/>
                </a:solidFill>
                <a:latin typeface="Inter"/>
              </a:rPr>
              <a:t>There is a faster 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9612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B6190"/>
                </a:solidFill>
                <a:latin typeface="Inter"/>
              </a:rPr>
              <a:t>Let the deck narrate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190"/>
                </a:solidFill>
                <a:latin typeface="Inter"/>
              </a:rPr>
              <a:t>powerpoint2vid.com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550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190"/>
                </a:solidFill>
                <a:latin typeface="Inter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676656" y="521207"/>
            <a:ext cx="155448" cy="16459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1148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330"/>
                </a:solidFill>
                <a:latin typeface="Inter"/>
              </a:rPr>
              <a:t>PowerPoint</a:t>
            </a:r>
            <a:r>
              <a:rPr sz="1800" b="1">
                <a:solidFill>
                  <a:srgbClr val="6D4AFF"/>
                </a:solidFill>
                <a:latin typeface="Inter"/>
              </a:rPr>
              <a:t>2Vid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E1330"/>
                </a:solidFill>
                <a:latin typeface="Inter"/>
              </a:rPr>
              <a:t>Four steps to a finished video.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578608" cy="283464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3017520"/>
            <a:ext cx="566928" cy="566928"/>
          </a:xfrm>
          <a:prstGeom prst="ellipse">
            <a:avLst/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9385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1330"/>
                </a:solidFill>
                <a:latin typeface="Inter"/>
              </a:rPr>
              <a:t>Add your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938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190"/>
                </a:solidFill>
                <a:latin typeface="Inter"/>
              </a:rPr>
              <a:t>Drop a .pptx file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651760"/>
            <a:ext cx="2578608" cy="283464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3017520"/>
            <a:ext cx="566928" cy="566928"/>
          </a:xfrm>
          <a:prstGeom prst="ellipse">
            <a:avLst/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40480"/>
            <a:ext cx="19385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1330"/>
                </a:solidFill>
                <a:latin typeface="Inter"/>
              </a:rPr>
              <a:t>Pick voice and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663440"/>
            <a:ext cx="1938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190"/>
                </a:solidFill>
                <a:latin typeface="Inter"/>
              </a:rPr>
              <a:t>Narrator, speed, transitions.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2651760"/>
            <a:ext cx="2578608" cy="283464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59" y="3017520"/>
            <a:ext cx="566928" cy="566928"/>
          </a:xfrm>
          <a:prstGeom prst="ellipse">
            <a:avLst/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840480"/>
            <a:ext cx="19385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1330"/>
                </a:solidFill>
                <a:latin typeface="Inter"/>
              </a:rP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663440"/>
            <a:ext cx="1938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190"/>
                </a:solidFill>
                <a:latin typeface="Inter"/>
              </a:rPr>
              <a:t>Watch it, slide by slide.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2651760"/>
            <a:ext cx="2578608" cy="283464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599" y="3017520"/>
            <a:ext cx="566928" cy="566928"/>
          </a:xfrm>
          <a:prstGeom prst="ellipse">
            <a:avLst/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840480"/>
            <a:ext cx="19385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1330"/>
                </a:solidFill>
                <a:latin typeface="Inter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4663440"/>
            <a:ext cx="1938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190"/>
                </a:solidFill>
                <a:latin typeface="Inter"/>
              </a:rPr>
              <a:t>Download the video.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190"/>
                </a:solidFill>
                <a:latin typeface="Inter"/>
              </a:rPr>
              <a:t>powerpoint2vid.com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550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190"/>
                </a:solidFill>
                <a:latin typeface="Inter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676656" y="521207"/>
            <a:ext cx="155448" cy="16459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1148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330"/>
                </a:solidFill>
                <a:latin typeface="Inter"/>
              </a:rPr>
              <a:t>PowerPoint</a:t>
            </a:r>
            <a:r>
              <a:rPr sz="1800" b="1">
                <a:solidFill>
                  <a:srgbClr val="6D4AFF"/>
                </a:solidFill>
                <a:latin typeface="Inter"/>
              </a:rPr>
              <a:t>2Vid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E1330"/>
                </a:solidFill>
                <a:latin typeface="Inter"/>
              </a:rPr>
              <a:t>Private by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31536" cy="132588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834640"/>
            <a:ext cx="594360" cy="59436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387705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1330"/>
                </a:solidFill>
                <a:latin typeface="Inter"/>
              </a:rPr>
              <a:t>Runs in your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468880"/>
            <a:ext cx="5431536" cy="132588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0256" y="2834640"/>
            <a:ext cx="594360" cy="59436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83464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468880"/>
            <a:ext cx="387705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1330"/>
                </a:solidFill>
                <a:latin typeface="Inter"/>
              </a:rPr>
              <a:t>Nothing is uploaded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31536" cy="132588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E1DE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389120"/>
            <a:ext cx="594360" cy="59436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23360"/>
            <a:ext cx="387705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1330"/>
                </a:solidFill>
                <a:latin typeface="Inter"/>
              </a:rPr>
              <a:t>No sign-up, no watermark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190"/>
                </a:solidFill>
                <a:latin typeface="Inter"/>
              </a:rPr>
              <a:t>powerpoint2vid.com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550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190"/>
                </a:solidFill>
                <a:latin typeface="Inter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D4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676656" y="521207"/>
            <a:ext cx="155448" cy="16459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1148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330"/>
                </a:solidFill>
                <a:latin typeface="Inter"/>
              </a:rPr>
              <a:t>PowerPoint</a:t>
            </a:r>
            <a:r>
              <a:rPr sz="1800" b="1">
                <a:solidFill>
                  <a:srgbClr val="6D4AFF"/>
                </a:solidFill>
                <a:latin typeface="Inter"/>
              </a:rPr>
              <a:t>2Vid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0E1330"/>
                </a:solidFill>
                <a:latin typeface="Inter"/>
              </a:rPr>
              <a:t>Try it with your own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3048" y="3840480"/>
            <a:ext cx="4572000" cy="73152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840480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Convert PowerPoint to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937760"/>
            <a:ext cx="8165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D4AFF"/>
                </a:solidFill>
                <a:latin typeface="Inter"/>
              </a:rPr>
              <a:t>powerpoint2vid.com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190"/>
                </a:solidFill>
                <a:latin typeface="Inter"/>
              </a:rPr>
              <a:t>powerpoint2vid.com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3550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190"/>
                </a:solidFill>
                <a:latin typeface="Inter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