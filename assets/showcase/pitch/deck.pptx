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First reply time (hours)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9.4</c:v>
                </c:pt>
                <c:pt idx="1">
                  <c:v>1.2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support inbox never sleeps. Neither does Tidewell.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Tickets pile up overnight, and customers wait hours for a first reply. Meanwhile, your team answers the same five questions again and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Tidewell sorts every ticket by topic and urgency. It drafts the answer from your own help centre, and your team just reviews and sends.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example, first reply time fell from over nine hours to just over one. Book a demo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0"/>
            <a:ext cx="10362940" cy="0"/>
          </a:xfrm>
        </p:spPr>
        <p:txBody>
          <a:bodyPr/>
          <a:lstStyle/>
          <a:p>
            <a:r>
              <a:t>Tidewell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0"/>
            <a:ext cx="8534186" cy="0"/>
          </a:xfrm>
        </p:spPr>
        <p:txBody>
          <a:bodyPr/>
          <a:lstStyle/>
          <a:p>
            <a:r>
              <a:t>Customer support, without the backlog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Tickets pile up overnight</a:t>
            </a:r>
          </a:p>
          <a:p>
            <a:r>
              <a:t>Customers wait hours for a reply</a:t>
            </a:r>
          </a:p>
          <a:p>
            <a:r>
              <a:t>Agents answer the same questions again and again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How Tidewell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Sorts every ticket by topic and urgency</a:t>
            </a:r>
          </a:p>
          <a:p>
            <a:r>
              <a:t>Drafts answers from your help centre</a:t>
            </a:r>
          </a:p>
          <a:p>
            <a:r>
              <a:t>Your team reviews and sends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Results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645920"/>
          <a:ext cx="94183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