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(kW)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6am</c:v>
                </c:pt>
                <c:pt idx="1">
                  <c:v>8am</c:v>
                </c:pt>
                <c:pt idx="2">
                  <c:v>10am</c:v>
                </c:pt>
                <c:pt idx="3">
                  <c:v>12pm</c:v>
                </c:pt>
                <c:pt idx="4">
                  <c:v>2pm</c:v>
                </c:pt>
                <c:pt idx="5">
                  <c:v>4pm</c:v>
                </c:pt>
                <c:pt idx="6">
                  <c:v>6pm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</c:v>
                </c:pt>
                <c:pt idx="1">
                  <c:v>1.4</c:v>
                </c:pt>
                <c:pt idx="2">
                  <c:v>3.1</c:v>
                </c:pt>
                <c:pt idx="3">
                  <c:v>3.9</c:v>
                </c:pt>
                <c:pt idx="4">
                  <c:v>3.5</c:v>
                </c:pt>
                <c:pt idx="5">
                  <c:v>2.0</c:v>
                </c:pt>
                <c:pt idx="6">
                  <c:v>0.3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Sunlight carries energy in tiny packets called photons. This is how a solar panel turns them into electricity.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photon hits the silicon, it knocks an electron loose. The cell's built-in electric field pushes those electrons one way, and that flow is a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Panels produce direct current. An inverter switches it to alternating current, the kind your home runs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follows the sun. It climbs through the morning, peaks around midday, and fades by evening.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How solar panels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Physics 101 ·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Inside a silicon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Photons hit the silicon</a:t>
            </a:r>
          </a:p>
          <a:p>
            <a:r>
              <a:t>Electrons are knocked loose</a:t>
            </a:r>
          </a:p>
          <a:p>
            <a:r>
              <a:t>The cell's electric field pushes them one 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From panel to power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Panels make direct current (DC)</a:t>
            </a:r>
          </a:p>
          <a:p>
            <a:r>
              <a:t>An inverter converts it to AC</a:t>
            </a:r>
          </a:p>
          <a:p>
            <a:r>
              <a:t>AC runs your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Output across a sunny day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