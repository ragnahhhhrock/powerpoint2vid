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Harbour and Co. Here's what your first week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Monday, you'll meet your team and your buddy. Midweek is tools training. On Thursday, you'll shadow a customer call, and Friday ends with a check-in with your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do comes back to three values. Customers first. Own the outcome. Keep it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Stuck on anything? Your buddy is your first stop, and the people team is always one message away. Welcome aboard.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Welcome to Harbour &amp; 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New starter induction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Your first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Mon: Meet your team and buddy</a:t>
            </a:r>
          </a:p>
          <a:p>
            <a:r>
              <a:t>Tue-Wed: Systems and tools training</a:t>
            </a:r>
          </a:p>
          <a:p>
            <a:r>
              <a:t>Thu: Shadow a customer call</a:t>
            </a:r>
          </a:p>
          <a:p>
            <a:r>
              <a:t>Fri: Check-in with your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Our three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Customers first</a:t>
            </a:r>
          </a:p>
          <a:p>
            <a:r>
              <a:t>Own the outcome</a:t>
            </a:r>
          </a:p>
          <a:p>
            <a:r>
              <a:t>Keep it 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Need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Ask your buddy first</a:t>
            </a:r>
          </a:p>
          <a:p>
            <a:r>
              <a:t>The people team is one message away</a:t>
            </a:r>
          </a:p>
          <a:p>
            <a:r>
              <a:t>Welcome aboard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